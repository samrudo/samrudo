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822960" cy="822960"/>
          </a:xfrm>
          <a:prstGeom prst="hexagon">
            <a:avLst/>
          </a:prstGeom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251" y="934517"/>
            <a:ext cx="115214" cy="2057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073" y="745236"/>
            <a:ext cx="115214" cy="395021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3894" y="835762"/>
            <a:ext cx="115214" cy="304495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411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Global Payment Layer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UPI does — and everything UPI cannot.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remittances  ·  Compliant DeFi  ·  RWA Tokenisation  ·  22 Indian Languages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376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Pitch Deck  |  Confidential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376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changed India. But it has hard limits.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Indian crypto users are left completely underserved.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8013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cross-border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963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can't send money to UAE, UK or USA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8013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194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4963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has no lending, staking or yield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8013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194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languages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4963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crypto apps are English-only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4472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422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FIU-IND compliant DeFi exists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33756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34472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RWA access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41422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real estate untokenised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3337560"/>
            <a:ext cx="2606040" cy="1463040"/>
          </a:xfrm>
          <a:prstGeom prst="rect">
            <a:avLst/>
          </a:prstGeom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34472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remittance fees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1422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 fees via SWIFT &amp; hawala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$500B+ opportunity hiding in plain sight.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53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470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crypto users (2026)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28016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353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$135B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8470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remittances to India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353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8470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crypto market revenue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1353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8470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diaspora globally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5877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081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real estate market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251460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23160" y="25877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25,000T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081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gold holdings (largest)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51460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25877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+623%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081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SIP growth 2025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37960" y="2514600"/>
            <a:ext cx="19202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25877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$30T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081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RWA market by 2030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8221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 of Indian crypto volume goes offshore today due to poor INR rails — Samrudo captures this back.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— India's global payment layer.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60520" y="1188720"/>
            <a:ext cx="914400" cy="914400"/>
          </a:xfrm>
          <a:prstGeom prst="hexagon">
            <a:avLst/>
          </a:prstGeom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61688" y="1719072"/>
            <a:ext cx="128016" cy="2286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1508760"/>
            <a:ext cx="128016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1609344"/>
            <a:ext cx="128016" cy="3383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own L1 blockchain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353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Bridge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68249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 UPI QR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wallet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DeFi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30998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lending,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&amp; yield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4187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Languages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51713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crypto wallet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of Bharat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353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68249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real estate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on-chain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69748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0998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fees, 30-second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114800"/>
            <a:ext cx="2743200" cy="123444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4187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Layer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51713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global,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via UPI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no other Indian crypto has.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UPI Bridge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203911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 UPI QR from crypto wallet. No exchange needed.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23444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Indian Languages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203911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Marathi and 18 more. First for Bharat.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Compliant DeFi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203911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lending, staking &amp; yield. Legal from day one.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Tokenisation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373075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gold, fractional real estate, agri commodity tokens.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292608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6324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Remittances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172968" y="373075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↔ UAE, UK, USA in 30 seconds. vs 4–8% via SWIFT.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2926080"/>
            <a:ext cx="2560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Layer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61888" y="3730752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USD globally, spend via UPI locally. Auto ITR reports.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 — Built for India's scale.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194560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8608" y="1280160"/>
            <a:ext cx="6199632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344168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Proof of Stake (DPoS) — 21 validators, energy efficient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2194560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792224"/>
            <a:ext cx="6199632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56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856232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seconds — matches UPI's near-instant settlement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2194560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2304288"/>
            <a:ext cx="6199632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3682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2368296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TPS — handles India's payment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2194560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2816352"/>
            <a:ext cx="6199632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compatible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2880360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dApps deploy on BharatChain without code changes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2194560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3328416"/>
            <a:ext cx="6199632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924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670048" y="3392424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₹0.01 — viable for chai-level micro-payments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2194560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8608" y="3840480"/>
            <a:ext cx="6199632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904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stablecoin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3904488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INRX — fully reserved INR-backed stablecoin built into the chain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52544"/>
            <a:ext cx="2194560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4352544"/>
            <a:ext cx="6199632" cy="438912"/>
          </a:xfrm>
          <a:prstGeom prst="rect">
            <a:avLst/>
          </a:prstGeom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416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70048" y="4416552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 protocol (Cosmos bridge) + Ethereum + BNB Chain bridges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64608"/>
            <a:ext cx="2194560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8608" y="4864608"/>
            <a:ext cx="6199632" cy="438912"/>
          </a:xfrm>
          <a:prstGeom prst="rect">
            <a:avLst/>
          </a:prstGeom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928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670048" y="4928616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audit + ₹10 crore bug bounty + 7-of-7 multisig Security Council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 — 1 Billion total supply, fixed forever.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834640" y="1389888"/>
            <a:ext cx="1760220" cy="347472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898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Ecosystem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3898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3898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754380" cy="347472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19659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1965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542032"/>
            <a:ext cx="754380" cy="34747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5420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Team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542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5420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118104"/>
            <a:ext cx="502920" cy="347472"/>
          </a:xfrm>
          <a:prstGeom prst="rect">
            <a:avLst/>
          </a:prstGeom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118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1181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31181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3694176"/>
            <a:ext cx="50292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6941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Rewards (10yr)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6941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69417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4270248"/>
            <a:ext cx="603504" cy="34747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4270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&amp; Advisors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2702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2702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846320"/>
            <a:ext cx="150876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5760" y="4846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Sale / IDO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4846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4846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897880"/>
            <a:ext cx="8412480" cy="502920"/>
          </a:xfrm>
          <a:prstGeom prst="rect">
            <a:avLst/>
          </a:prstGeom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5961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Burn mechanism: 20% of all UPI bridge fees permanently burned — deflationary as network grows.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from day one — not an afterthought.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44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VASP registration · Aadhaar eKYC · 30% TDS reporting infrastructure · RBI-licensed PA partnership for UPI bridge · SEBI framework for RWA tokenisation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39696"/>
            <a:ext cx="8595360" cy="27432"/>
          </a:xfrm>
          <a:prstGeom prst="rect">
            <a:avLst/>
          </a:prstGeom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585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Foundation incorporated under MAS oversight · MAS Payment Services Act licence · Singapore as primary holding entity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54096"/>
            <a:ext cx="8595360" cy="27432"/>
          </a:xfrm>
          <a:prstGeom prst="rect">
            <a:avLst/>
          </a:prstGeom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🇦🇪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1729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CBUAE-licensed remittance corridor · UAE largest India remittance source ($18B/yr) · Partnership with licensed MTO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8595360" cy="27432"/>
          </a:xfrm>
          <a:prstGeom prst="rect">
            <a:avLst/>
          </a:prstGeom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873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FCA-registered remittance partner · 1.8M Indian diaspora corridor · Compliance with FCA's cryptoasset registration regime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882896"/>
            <a:ext cx="8595360" cy="27432"/>
          </a:xfrm>
          <a:prstGeom prst="rect">
            <a:avLst/>
          </a:prstGeom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017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FinCEN MSB-registered · GENIUS Act stablecoin compliance for INRX · US Indian diaspora corridor ($12B/yr)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first. Then the world.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993392" cy="4434840"/>
          </a:xfrm>
          <a:prstGeom prst="rect">
            <a:avLst/>
          </a:prstGeom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1993392" cy="50292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3441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59105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1–9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First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33172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Tier 2/3 cities. Target auto-drivers, traders &amp; freelancers. Regional language YouTubers. Goal: 1 lakh wallets.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298448"/>
            <a:ext cx="1993392" cy="4434840"/>
          </a:xfrm>
          <a:prstGeom prst="rect">
            <a:avLst/>
          </a:prstGeom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298448"/>
            <a:ext cx="1993392" cy="502920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0592" y="13441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159105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9–18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Corridors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42032" y="233172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UK, USA remittance launch. Indian community partnerships. Goal: 10,000 monthly remittance users.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298448"/>
            <a:ext cx="1993392" cy="4434840"/>
          </a:xfrm>
          <a:prstGeom prst="rect">
            <a:avLst/>
          </a:prstGeom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298448"/>
            <a:ext cx="1993392" cy="50292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6864" y="13441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26864" y="159105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18–30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18304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&amp; RWA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233172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DeFi launch. Digital Gold (DGLD). SIP mode. Goal: ₹100 crore TVL.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1298448"/>
            <a:ext cx="1993392" cy="4434840"/>
          </a:xfrm>
          <a:prstGeom prst="rect">
            <a:avLst/>
          </a:prstGeom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298448"/>
            <a:ext cx="1993392" cy="502920"/>
          </a:xfrm>
          <a:prstGeom prst="rect">
            <a:avLst/>
          </a:prstGeom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03136" y="13441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03136" y="159105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30–36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Listings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94576" y="2331720"/>
            <a:ext cx="18105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KuCoin, Bybit, Gate.io. Apply for Binance &amp; Coinbase. Goal: Top 500 CMC ranking.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path from launch to Tier 1.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22960" cy="10058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5568" y="1298448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1435608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filing, domain registration, team formation, whitepaper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822960" cy="10058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50408" y="1298448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41848" y="1435608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 testnet, smart contract dev, CertiK audit, seed raise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22960" cy="10058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26334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15568" y="2468880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2606040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launch, Samrudo Wallet beta, DEX listing (Uniswap)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822960" cy="100584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334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468880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1848" y="2606040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bridge v1, 22-language wallet, CoinDCX + WazirX listing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22960" cy="1005840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" y="3803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15568" y="3639312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07008" y="3776472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remittance, FIU-IND registration, DeFi lending pool v1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822960" cy="1005840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38039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50408" y="3639312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41848" y="3776472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USA corridors, Digital Gold launch, KuCoin application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809744"/>
            <a:ext cx="822960" cy="1005840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" y="49743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15568" y="4809744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07008" y="4946904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real estate, SIP mode, 10 lakh wallets, Bybit listing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809744"/>
            <a:ext cx="822960" cy="1005840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09160" y="49743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50408" y="4809744"/>
            <a:ext cx="3493008" cy="1005840"/>
          </a:xfrm>
          <a:prstGeom prst="rect">
            <a:avLst/>
          </a:prstGeom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41848" y="4946904"/>
            <a:ext cx="3310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tokens, governance DAO, Binance / Coinbase application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BUDGET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₹50K buys now — and what we need next.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4297680"/>
          </a:xfrm>
          <a:prstGeom prst="rect">
            <a:avLst/>
          </a:prstGeom>
          <a:solidFill>
            <a:srgbClr val="EAF3DE"/>
          </a:solidFill>
          <a:ln w="10160">
            <a:solidFill>
              <a:srgbClr val="4A9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53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(₹50,000)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Trademark — IP India (2 classes) ₹9,000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86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Domains — samrudo.com / .io / .in  ₹5,000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43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Whitepaper — complete (built today)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200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Pitch deck — complete (built today)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576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Website (template) ₹8,000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14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Social accounts setup — FREE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72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Apply to crypto incubators — FREE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4206240" cy="4297680"/>
          </a:xfrm>
          <a:prstGeom prst="rect">
            <a:avLst/>
          </a:prstGeom>
          <a:solidFill>
            <a:srgbClr val="FFF8F0"/>
          </a:solidFill>
          <a:ln w="10160">
            <a:solidFill>
              <a:srgbClr val="C49B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353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Target: ₹50L–₹1Cr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contract dev + CertiK audit ₹30L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286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BharatChain testnet infrastructure ₹10L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743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Legal &amp; FIU-IND registration ₹8L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Samrudo Wallet MVP (Hindi) ₹15L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DEX liquidity provisioning ₹10L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4114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Marketing &amp; community (6 months) ₹12L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4572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Team (CTO + 2 engineers, 6 months) ₹15L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6309360"/>
            <a:ext cx="9144000" cy="32004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0520" y="548640"/>
            <a:ext cx="822960" cy="822960"/>
          </a:xfrm>
          <a:prstGeom prst="hexagon">
            <a:avLst/>
          </a:prstGeom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1571" y="1025957"/>
            <a:ext cx="115214" cy="2057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14393" y="836676"/>
            <a:ext cx="115214" cy="395021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87214" y="927202"/>
            <a:ext cx="115214" cy="304495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5087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Global Payment Layer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UPI does — and everything UPI cannot.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51389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  |  samrudo.io  |  contact@samrudo.io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687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Samrudo Foundation. All rights reserved. Confidential — for discussion purposes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Samrudo ($SMRD) — Pitch Deck 2026</dc:title>
  <dc:subject>PptxGenJS Presentation</dc:subject>
  <dc:creator>Samrudo Foundation</dc:creator>
  <cp:lastModifiedBy>Samrudo Foundation</cp:lastModifiedBy>
  <cp:revision>1</cp:revision>
  <dcterms:created xsi:type="dcterms:W3CDTF">2026-09-03T00:44:37Z</dcterms:created>
  <dcterms:modified xsi:type="dcterms:W3CDTF">2026-09-03T00:44:37Z</dcterms:modified>
</cp:coreProperties>
</file>